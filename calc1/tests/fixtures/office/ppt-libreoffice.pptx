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4839458-D645-4CEA-8926-C4184C5F6D3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Speaker notes here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6A4220C-68CA-47EB-A8C2-8080820B452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36C129-9EB9-43D8-95D3-09A57740A5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387616-919D-4FEB-9879-23C7154C09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95BEFE9-041C-4E54-9217-BFA331BA8C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F6B9303-E771-45EC-8425-A97D35CD8F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9FA4938-10B9-49F3-AB70-345ADBB62E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314D7A8-B583-41CA-AF1E-CE2642922C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EE4887D-DCAB-4A10-9FB2-C9D4E4EC5C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6469657-F20E-4AD4-954C-91D49F5377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A4A47F5-D68C-456D-B827-9EFEC48F4E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5CA34B3-51DE-47C6-A978-E581D6040B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61C149B-16F6-4F2A-ADA2-7E084EF7BB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59B2C8-85E0-44B3-B249-6EEF2F44E4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46E314-E011-4F77-A68A-7550142265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2A0A87-B22E-435D-8C1D-C3D920D884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2CF934-9348-4A3D-8A21-50AB6B36621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B846F0-1FEA-4A97-B989-20660EADE1B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2FDCAB-BFA5-4A73-AAC5-10C877EE1A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93321B-D593-4541-ACFC-1999A6E92F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D7393A-6AF9-4E23-9F67-548C6BCD84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32E952-95F9-4A46-999B-DA5B0FC3FD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29CDAF-BFBF-4CF1-88B2-A2CFBE598C1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C06634-F44C-4D18-A537-E9DA8C1B92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Python title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A subtitle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Bullets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Level zero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Level one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Back to zero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1645920" y="5486400"/>
            <a:ext cx="2194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Free text box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